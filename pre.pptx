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SemiBold" panose="000007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78" y="6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95450" y="2603152"/>
            <a:ext cx="8801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A862"/>
                </a:solidFill>
                <a:latin typeface="Poppins"/>
                <a:ea typeface="Poppins"/>
                <a:cs typeface="Poppins"/>
                <a:sym typeface="Poppins"/>
              </a:rPr>
              <a:t>Starbucks API </a:t>
            </a:r>
            <a:r>
              <a:rPr lang="en-US" altLang="zh-CN" sz="4800" b="1" i="0" u="none" strike="noStrike" cap="none" dirty="0">
                <a:solidFill>
                  <a:srgbClr val="00A862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  <a:endParaRPr lang="en-US"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1905000" y="3698527"/>
            <a:ext cx="838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Zhu Yunhao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00200"/>
            <a:ext cx="34290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600200"/>
            <a:ext cx="34290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600200"/>
            <a:ext cx="3429000" cy="4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62025" y="2724150"/>
            <a:ext cx="278034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Framework &amp; Tech Stack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62025" y="3609975"/>
            <a:ext cx="264795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utilizes a 3-tier architecture built on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Django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Django REST Framework (DRF)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This ensures rapid development, robust Object-Relational Mapping (ORM), and efficient JSON serialization.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772025" y="2724150"/>
            <a:ext cx="278034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Live Cloud Deployment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772025" y="3609975"/>
            <a:ext cx="26479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Successfully migrated from local development to a live production environment hosted on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PythonAnywhere.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8582025" y="2724150"/>
            <a:ext cx="219027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Processing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82025" y="3238500"/>
            <a:ext cx="26479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Developed robust Python scripts to clean and parse inherently unstructured Kaggle datasets, safely mapping complex nutritional metrics into the underlying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SQLite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database.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0383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20383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82025" y="20383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Technical Report Highlights (Architecture)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0A8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1047750" y="2347912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RESTful Integrity: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API strictly adheres to REST principles, utilizing predictable resource-oriented URLs and returning semantically accurate HTTP status codes (200, 201, 400, 404).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47750" y="3195637"/>
            <a:ext cx="90487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Create &amp; Read: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Implemented robust POST methods with strict payload validation against serializers, alongside comprehensive GET methods for collection arrays and individual items.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47750" y="4081462"/>
            <a:ext cx="90487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Advanced Update Logic: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Programmatically differentiated between full resource replacement (PUT mandates all fields) and partial modification (PATCH allows selective updates).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47750" y="4967287"/>
            <a:ext cx="9048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Delete: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Securely removes designated resources via the DELETE method.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622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992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957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81575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Technical Report Highlights (API Design)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0A8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571500" y="571500"/>
            <a:ext cx="5550693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Version Control &amp; Commit History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1771650"/>
            <a:ext cx="5286375" cy="28575"/>
          </a:xfrm>
          <a:prstGeom prst="rect">
            <a:avLst/>
          </a:prstGeom>
          <a:solidFill>
            <a:srgbClr val="00A8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1990725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Git &amp; GitHub Practices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5050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Version control was integral to maintaining code integrity and tracking project milestones throughout the development lifecycle.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57250" y="374511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Continuous Integration: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project is fully hosted on GitHub, ensuring codebase security and accessibility.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7250" y="480238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Frequent Commits: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Code was pushed regularly to reflect iterative development phases rather than a single monolithic upload.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66891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710078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4162F1-3EDC-F683-E2FA-328C6A32F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835" y="571500"/>
            <a:ext cx="5773001" cy="23833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A2301E-8FBF-A7F8-62BC-C29F4B6FF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835" y="3378125"/>
            <a:ext cx="5773001" cy="31211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049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18049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Comprehensive API specifications were generated to provide clear endpoint definitions, payload requirements, and request/response examples.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1095375" y="4367214"/>
            <a:ext cx="47625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altLang="zh-CN" sz="1500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</a:t>
            </a:r>
            <a:r>
              <a:rPr lang="en-US" altLang="zh-CN" sz="1500" b="1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ReDoc</a:t>
            </a:r>
            <a:r>
              <a:rPr lang="en-US" altLang="zh-CN" sz="1500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Swagger UI</a:t>
            </a:r>
            <a:r>
              <a:rPr lang="en-US" altLang="zh-CN" sz="15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API features dynamically generated, interactive documentation. While </a:t>
            </a:r>
            <a:r>
              <a:rPr lang="en-US" altLang="zh-CN" sz="1500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ReDoc</a:t>
            </a:r>
            <a:r>
              <a:rPr lang="en-US" altLang="zh-CN" sz="15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serves as the primary clean, organized interface for data models, Swagger UI is also provided to allow developers to explore and test endpoints directly via the cloud URL.</a:t>
            </a:r>
            <a:endParaRPr sz="1500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09625" y="2786062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09625" y="4138614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API Documentation Overview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0A8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0A9330-BED9-9179-5042-26BA95CE2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118" y="1804987"/>
            <a:ext cx="5004387" cy="446391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A108226F-12E9-B4D6-4EBE-FB665B948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948240"/>
            <a:ext cx="5124450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1500" b="1" dirty="0">
                <a:solidFill>
                  <a:srgbClr val="CBD5E1"/>
                </a:solidFill>
                <a:latin typeface="Lato"/>
                <a:cs typeface="Lato"/>
              </a:rPr>
              <a:t>Systematic Testing via Postman</a:t>
            </a:r>
            <a:r>
              <a:rPr lang="zh-CN" altLang="zh-CN" sz="1500" dirty="0">
                <a:solidFill>
                  <a:srgbClr val="CBD5E1"/>
                </a:solidFill>
                <a:latin typeface="Lato"/>
                <a:cs typeface="Lato"/>
              </a:rPr>
              <a:t>: Engineered a complete test suite to rigorously validate all CRUD endpoints. This simulated the full client-server lifecycle, ensuring that every request (from creation to deletion) returns accurate data and correct HTTP status codes.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All Deliverables Overview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1228725"/>
            <a:ext cx="5286375" cy="28575"/>
          </a:xfrm>
          <a:prstGeom prst="rect">
            <a:avLst/>
          </a:prstGeom>
          <a:solidFill>
            <a:srgbClr val="00A8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1447800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Submission Checklist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19621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All required project components have been successfully completed, verified, and packaged for final evaluation: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57250" y="2992635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Code Repository: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Complete Django source code hosted on GitHub, including the data import scripts and SQLite database.</a:t>
            </a:r>
            <a:r>
              <a:rPr 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https://github.com/planeboom/XJCO3011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857250" y="4049910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API Docs: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Interactive documentation running live on the cloud, plus the static API_Documentation.pdf.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57250" y="482143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Technical Report: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5-page PDF report detailing architecture, design choices, and deployment strategies.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57250" y="557391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Live Deployment: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Fully functional API hosted on PythonAnywhere.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004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40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92621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803" y="567868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524EF76-9D5C-E3A1-8950-6157FCC5D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7" y="383836"/>
            <a:ext cx="3945752" cy="44243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8D1010-45AD-88C9-467D-7B89D785D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175" y="4951058"/>
            <a:ext cx="5188226" cy="1755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57375"/>
            <a:ext cx="5286375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57375"/>
            <a:ext cx="5286375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962025" y="2247900"/>
            <a:ext cx="473059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00A8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Assisted Tasks</a:t>
            </a:r>
            <a:endParaRPr dirty="0"/>
          </a:p>
        </p:txBody>
      </p:sp>
      <p:sp>
        <p:nvSpPr>
          <p:cNvPr id="172" name="Google Shape;172;p19"/>
          <p:cNvSpPr txBox="1"/>
          <p:nvPr/>
        </p:nvSpPr>
        <p:spPr>
          <a:xfrm>
            <a:off x="6724650" y="2247900"/>
            <a:ext cx="473059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00A8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Original Work</a:t>
            </a:r>
            <a:endParaRPr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1485900" y="276225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Initial Research: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Surveyed Kaggle for suitable datasets.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485900" y="3514725"/>
            <a:ext cx="39814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Scripting: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Assisted with the try-except boilerplate to safely parse the irregular CSV data.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485900" y="459105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Debugging: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Analyzed Django 500 error logs to resolve production static file routing issues.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248525" y="2762250"/>
            <a:ext cx="3981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Architecture &amp; APIs: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Independent selection of the DRF framework and design of all RESTful endpoint logic.</a:t>
            </a:r>
            <a:endParaRPr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7248525" y="4133850"/>
            <a:ext cx="398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Deployment: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Manual configuration of the PythonAnywhere server and execution of the Postman testing suites.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1200150" y="268605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200150" y="3438525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200150" y="451485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962775" y="268605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979547" y="4010026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00A86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Generative AI Usage Declaration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00A8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/>
        </p:nvSpPr>
        <p:spPr>
          <a:xfrm>
            <a:off x="295275" y="1886842"/>
            <a:ext cx="11601450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>
                <a:solidFill>
                  <a:srgbClr val="00A862"/>
                </a:solidFill>
                <a:latin typeface="Poppins"/>
                <a:ea typeface="Poppins"/>
                <a:cs typeface="Poppins"/>
                <a:sym typeface="Poppins"/>
              </a:rPr>
              <a:t>Thank you for your listening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572</Words>
  <Application>Microsoft Office PowerPoint</Application>
  <PresentationFormat>宽屏</PresentationFormat>
  <Paragraphs>48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Lato</vt:lpstr>
      <vt:lpstr>Calibri</vt:lpstr>
      <vt:lpstr>Poppins</vt:lpstr>
      <vt:lpstr>Arial</vt:lpstr>
      <vt:lpstr>Poppins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zyh</dc:creator>
  <cp:lastModifiedBy>Yunhao Zhu [sc22y3z]</cp:lastModifiedBy>
  <cp:revision>3</cp:revision>
  <dcterms:modified xsi:type="dcterms:W3CDTF">2026-04-20T14:10:02Z</dcterms:modified>
</cp:coreProperties>
</file>